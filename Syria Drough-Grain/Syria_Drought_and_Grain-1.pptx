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519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108960"/>
            <a:ext cx="3291840" cy="3291840"/>
          </a:xfrm>
          <a:prstGeom prst="ellipse">
            <a:avLst/>
          </a:prstGeom>
          <a:solidFill>
            <a:srgbClr val="FF2D46"/>
          </a:solidFill>
          <a:ln w="12700">
            <a:solidFill>
              <a:srgbClr val="FF2D4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18872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 Drought &amp; Grain</a:t>
            </a:r>
            <a:endParaRPr lang="en-US" sz="4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011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Linking Rainfall Variability to Cereal Production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017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9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42900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Abo Zr  •  Hala Alkeddeh  •  Akram Aldebs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Jaffar Haifa  •  Hussien Algazali  •  Abdallah Aldali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AND DROUGHT  /  AGRICULTURE AND FOOD SYSTEMS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&amp; Objective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Syria's agricultural sector relies heavily on seasonal precipitation, making grain production highly vulnerable to climate fluctuations. Unpredictable rainfall and recurring droughts have severely impacted crop yields nationwide.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8348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98348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relationship between declining annual rainfall and cereal production in Syria against historical baselines, using World Bank CCKP rainfall data and FAOSTAT agricultural statistics.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Relation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1783080"/>
            <a:ext cx="914400" cy="914400"/>
          </a:xfrm>
          <a:prstGeom prst="ellipse">
            <a:avLst/>
          </a:prstGeom>
          <a:solidFill>
            <a:srgbClr val="FF2D46"/>
          </a:solidFill>
          <a:ln w="12700">
            <a:solidFill>
              <a:srgbClr val="FF2D4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2: Zero Hunger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9260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Safeguarding cereal production and food security against climate-induced agricultural vulnerabilities in Syria.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83480" y="1783080"/>
            <a:ext cx="914400" cy="914400"/>
          </a:xfrm>
          <a:prstGeom prst="ellipse">
            <a:avLst/>
          </a:prstGeom>
          <a:solidFill>
            <a:srgbClr val="4519DF"/>
          </a:solidFill>
          <a:ln w="12700">
            <a:solidFill>
              <a:srgbClr val="4519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83480" y="1783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080760" y="18745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13: Climate Action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983480" y="2926080"/>
            <a:ext cx="3337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data-driven analysis to monitor drought patterns and assess climate risks effectively.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/ Project Element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(Python)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and analysis: clean and analyze World Bank CCKP precipitation data and FAOSTAT cereal production data to calculate correlations and drought thresholds.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Application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React-based platform (Syria Drought &amp; Grain Platform) presenting analytical results and dynamic charts for climate risk monitoring.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Development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640080" cy="640080"/>
          </a:xfrm>
          <a:prstGeom prst="ellipse">
            <a:avLst/>
          </a:prstGeom>
          <a:solidFill>
            <a:srgbClr val="4519DF"/>
          </a:solidFill>
          <a:ln w="12700">
            <a:solidFill>
              <a:srgbClr val="4519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Preparation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and clean World Bank CCKP climate data and FAOSTAT agricultural statistics using Python (Pandas/NumPy).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920240"/>
            <a:ext cx="640080" cy="640080"/>
          </a:xfrm>
          <a:prstGeom prst="ellipse">
            <a:avLst/>
          </a:prstGeom>
          <a:solidFill>
            <a:srgbClr val="FF2D46"/>
          </a:solidFill>
          <a:ln w="12700">
            <a:solidFill>
              <a:srgbClr val="FF2D4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204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5204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Insights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analysis, statistical correlations, and drought threshold detection to quantify yield losses.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920240"/>
            <a:ext cx="640080" cy="640080"/>
          </a:xfrm>
          <a:prstGeom prst="ellipse">
            <a:avLst/>
          </a:prstGeom>
          <a:solidFill>
            <a:srgbClr val="4519DF"/>
          </a:solidFill>
          <a:ln w="12700">
            <a:solidFill>
              <a:srgbClr val="4519D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9202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6263640" y="269748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Development &amp; Deployment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38328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and launch the interactive React web app to visualize findings publicly.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Impact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Monitoring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researchers, agricultural stakeholders, and policy planners an accessible, data-driven monitoring platform.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Quantified Yield Losses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Quantifies historical yield losses to help anticipate and mitigate future drought impacts on Syria's food systems.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43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24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519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Established a clear quantitative link between rainfall variability and cereal production in Syria through Python analysis and an interactive web deployment.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709160" y="1554480"/>
            <a:ext cx="3886200" cy="2926080"/>
          </a:xfrm>
          <a:prstGeom prst="roundRect">
            <a:avLst>
              <a:gd name="adj" fmla="val 3750"/>
            </a:avLst>
          </a:prstGeom>
          <a:solidFill>
            <a:srgbClr val="F3F1FD"/>
          </a:solidFill>
          <a:ln w="12700">
            <a:solidFill>
              <a:srgbClr val="F3F1F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983480" y="17373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2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983480" y="2194560"/>
            <a:ext cx="3337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models for predictive yield forecasting.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4A4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automated climate alerts for vulnerable regions.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2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2926080"/>
            <a:ext cx="3291840" cy="3291840"/>
          </a:xfrm>
          <a:prstGeom prst="ellipse">
            <a:avLst/>
          </a:prstGeom>
          <a:solidFill>
            <a:srgbClr val="4519DF"/>
          </a:solidFill>
          <a:ln w="12700">
            <a:solidFill>
              <a:srgbClr val="4519D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9144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tech leaders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Syria Drought &amp; Grain</dc:title>
  <dc:subject>PptxGenJS Presentation</dc:subject>
  <dc:creator>PptxGenJS</dc:creator>
  <cp:lastModifiedBy>PptxGenJS</cp:lastModifiedBy>
  <cp:revision>1</cp:revision>
  <dcterms:created xsi:type="dcterms:W3CDTF">2026-10-01T12:21:07Z</dcterms:created>
  <dcterms:modified xsi:type="dcterms:W3CDTF">2026-10-01T12:21:07Z</dcterms:modified>
</cp:coreProperties>
</file>